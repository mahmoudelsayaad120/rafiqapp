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378744" y="1392334"/>
            <a:ext cx="6386513" cy="2358833"/>
          </a:xfrm>
          <a:prstGeom prst="rect">
            <a:avLst/>
          </a:prstGeom>
          <a:solidFill>
            <a:srgbClr val="0D0D0D">
              <a:alpha val="80000"/>
            </a:srgbClr>
          </a:solidFill>
          <a:ln w="18288">
            <a:solidFill>
              <a:srgbClr val="00B3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564481" y="1692371"/>
            <a:ext cx="6015038" cy="7661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4350" b="1" dirty="0">
                <a:solidFill>
                  <a:srgbClr val="00FF9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AI IN CYBERSECURITY</a:t>
            </a:r>
            <a:endParaRPr lang="en-US" sz="4350" dirty="0"/>
          </a:p>
        </p:txBody>
      </p:sp>
      <p:sp>
        <p:nvSpPr>
          <p:cNvPr id="5" name="Text 2"/>
          <p:cNvSpPr/>
          <p:nvPr/>
        </p:nvSpPr>
        <p:spPr>
          <a:xfrm>
            <a:off x="1564481" y="2658563"/>
            <a:ext cx="6015038" cy="3125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B3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Mahmoud Elsayaad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3624560" y="3101476"/>
            <a:ext cx="1894880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Security Course</a:t>
            </a:r>
            <a:endParaRPr lang="en-US" sz="12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70052" y="3400425"/>
            <a:ext cx="214313" cy="1714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484364" y="3384352"/>
            <a:ext cx="2389584" cy="20716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 &amp; Threat Detection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FF9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INTRODUCTION TO AI-DRIVEN SECURITY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457200" y="1251942"/>
            <a:ext cx="3971925" cy="1657350"/>
          </a:xfrm>
          <a:prstGeom prst="rect">
            <a:avLst/>
          </a:prstGeom>
          <a:solidFill>
            <a:srgbClr val="00B3FF">
              <a:alpha val="5000"/>
            </a:srgbClr>
          </a:solidFill>
          <a:ln w="9144">
            <a:solidFill>
              <a:srgbClr val="00B3FF"/>
            </a:solidFill>
            <a:prstDash val="solid"/>
          </a:ln>
        </p:spPr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487686"/>
            <a:ext cx="200025" cy="200025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978694" y="1466255"/>
            <a:ext cx="1484114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3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Smart Systems</a:t>
            </a:r>
            <a:endParaRPr lang="en-US" sz="1400" dirty="0"/>
          </a:p>
        </p:txBody>
      </p:sp>
      <p:sp>
        <p:nvSpPr>
          <p:cNvPr id="7" name="Text 3"/>
          <p:cNvSpPr/>
          <p:nvPr/>
        </p:nvSpPr>
        <p:spPr>
          <a:xfrm>
            <a:off x="671513" y="1816298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represents smart systems that learn and decide autonomously, adapting to new threats without manual intervention.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4714875" y="1251942"/>
            <a:ext cx="3971925" cy="1657350"/>
          </a:xfrm>
          <a:prstGeom prst="rect">
            <a:avLst/>
          </a:prstGeom>
          <a:solidFill>
            <a:srgbClr val="00B3FF">
              <a:alpha val="5000"/>
            </a:srgbClr>
          </a:solidFill>
          <a:ln w="9144">
            <a:solidFill>
              <a:srgbClr val="00B3FF"/>
            </a:solidFill>
            <a:prstDash val="solid"/>
          </a:ln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9188" y="1487686"/>
            <a:ext cx="150019" cy="20002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5186363" y="1466255"/>
            <a:ext cx="1787723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3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Speed &amp; Accuracy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4929188" y="1816298"/>
            <a:ext cx="35433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significantly improves the speed and accuracy of threat detection, identifying patterns that humans might miss.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457200" y="3180755"/>
            <a:ext cx="8229600" cy="1300163"/>
          </a:xfrm>
          <a:prstGeom prst="rect">
            <a:avLst/>
          </a:prstGeom>
          <a:solidFill>
            <a:srgbClr val="00B3FF">
              <a:alpha val="5000"/>
            </a:srgbClr>
          </a:solidFill>
          <a:ln w="9144">
            <a:solidFill>
              <a:srgbClr val="00B3FF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513" y="3416498"/>
            <a:ext cx="175022" cy="20002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953691" y="3395067"/>
            <a:ext cx="213419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3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Processing</a:t>
            </a:r>
            <a:endParaRPr lang="en-US" sz="1400" dirty="0"/>
          </a:p>
        </p:txBody>
      </p:sp>
      <p:sp>
        <p:nvSpPr>
          <p:cNvPr id="15" name="Text 9"/>
          <p:cNvSpPr/>
          <p:nvPr/>
        </p:nvSpPr>
        <p:spPr>
          <a:xfrm>
            <a:off x="671513" y="3745111"/>
            <a:ext cx="780097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Modern defense requires real-time processing of vast data sets to stay ahead of sophisticated cyber attacks.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909429" y="457200"/>
            <a:ext cx="1777371" cy="225028"/>
          </a:xfrm>
          <a:prstGeom prst="rect">
            <a:avLst/>
          </a:prstGeom>
          <a:solidFill>
            <a:srgbClr val="000000">
              <a:alpha val="0"/>
            </a:srgbClr>
          </a:solidFill>
          <a:ln w="9144">
            <a:solidFill>
              <a:srgbClr val="00FF9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6909429" y="457200"/>
            <a:ext cx="1777371" cy="225028"/>
          </a:xfrm>
          <a:prstGeom prst="rect">
            <a:avLst/>
          </a:prstGeom>
          <a:noFill/>
          <a:ln/>
        </p:spPr>
        <p:txBody>
          <a:bodyPr wrap="square" lIns="85090" tIns="42545" rIns="85090" bIns="0" rtlCol="0" anchor="t">
            <a:sp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00FF9F"/>
                </a:solidFill>
                <a:latin typeface="monospace" pitchFamily="34" charset="0"/>
                <a:ea typeface="monospace" pitchFamily="34" charset="-122"/>
                <a:cs typeface="monospace" pitchFamily="34" charset="-120"/>
              </a:rPr>
              <a:t>SYSTEM STATUS: ACTIVE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457200" y="457200"/>
            <a:ext cx="8658225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FF9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CONCEPT OF AI AGENTS</a:t>
            </a:r>
            <a:endParaRPr lang="en-US" sz="28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55564"/>
            <a:ext cx="342900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2180630"/>
            <a:ext cx="26003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F9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Autonomous Programs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457200" y="2530673"/>
            <a:ext cx="26003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agents are self-governing programs designed to execute specific security protocols without constant human oversight.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838" y="1655564"/>
            <a:ext cx="385763" cy="3429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271838" y="2180630"/>
            <a:ext cx="26003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F9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24/7 Monitoring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271838" y="2530673"/>
            <a:ext cx="260032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surveillance of network traffic and system logs, ensuring no threat goes unnoticed regardless of the hour.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6086475" y="2180630"/>
            <a:ext cx="260032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FF9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Instant Detection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086475" y="2530673"/>
            <a:ext cx="260032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10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Real-time anomaly detection by comparing current system behavior against established secure baselines.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FF9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REAL-WORLD USE CASES</a:t>
            </a:r>
            <a:endParaRPr lang="en-US" sz="2850" dirty="0"/>
          </a:p>
        </p:txBody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50169"/>
            <a:ext cx="357188" cy="28575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28700" y="1323380"/>
            <a:ext cx="76581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Malware Detection</a:t>
            </a:r>
            <a:endParaRPr lang="en-US" sz="1600" dirty="0"/>
          </a:p>
        </p:txBody>
      </p:sp>
      <p:sp>
        <p:nvSpPr>
          <p:cNvPr id="6" name="Text 2"/>
          <p:cNvSpPr/>
          <p:nvPr/>
        </p:nvSpPr>
        <p:spPr>
          <a:xfrm>
            <a:off x="1028700" y="1671638"/>
            <a:ext cx="76581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Identifying malicious code through advanced pattern recognition and heuristic analysis of file behaviors.</a:t>
            </a:r>
            <a:endParaRPr lang="en-US" sz="11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91370"/>
            <a:ext cx="357188" cy="2857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28700" y="2364581"/>
            <a:ext cx="76581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User Behavior Analysis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1028700" y="2712839"/>
            <a:ext cx="7658100" cy="471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Spotting insider threats or compromised accounts by detecting deviations from normal user activity patterns.</a:t>
            </a:r>
            <a:endParaRPr lang="en-US" sz="115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3432572"/>
            <a:ext cx="357188" cy="28575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028700" y="3405783"/>
            <a:ext cx="7658100" cy="276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0FF9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Intrusion Prevention</a:t>
            </a:r>
            <a:endParaRPr lang="en-US" sz="1600" dirty="0"/>
          </a:p>
        </p:txBody>
      </p:sp>
      <p:sp>
        <p:nvSpPr>
          <p:cNvPr id="12" name="Text 6"/>
          <p:cNvSpPr/>
          <p:nvPr/>
        </p:nvSpPr>
        <p:spPr>
          <a:xfrm>
            <a:off x="1028700" y="3754041"/>
            <a:ext cx="7658100" cy="2357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Automatically blocking suspicious network traffic and unauthorized access attempts in real-time.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57200"/>
            <a:ext cx="8658225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850" b="1" dirty="0">
                <a:solidFill>
                  <a:srgbClr val="00FF9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KEY ADVANTAGES OF AI INTEGRATION</a:t>
            </a:r>
            <a:endParaRPr lang="en-US" sz="2850" dirty="0"/>
          </a:p>
        </p:txBody>
      </p:sp>
      <p:sp>
        <p:nvSpPr>
          <p:cNvPr id="4" name="Shape 1"/>
          <p:cNvSpPr/>
          <p:nvPr/>
        </p:nvSpPr>
        <p:spPr>
          <a:xfrm>
            <a:off x="457200" y="1394817"/>
            <a:ext cx="2600325" cy="2800350"/>
          </a:xfrm>
          <a:prstGeom prst="rect">
            <a:avLst/>
          </a:prstGeom>
          <a:solidFill>
            <a:srgbClr val="00B3FF">
              <a:alpha val="5000"/>
            </a:srgbClr>
          </a:solidFill>
          <a:ln w="9144">
            <a:solidFill>
              <a:srgbClr val="00B3FF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2537817" y="1466255"/>
            <a:ext cx="37683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FF9F">
                    <a:alpha val="2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01</a:t>
            </a:r>
            <a:endParaRPr lang="en-US" sz="26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513" y="1716286"/>
            <a:ext cx="433983" cy="385763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71513" y="2325291"/>
            <a:ext cx="21717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3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Fast Response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71513" y="2711053"/>
            <a:ext cx="21717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Dramatically reducing the Mean Time to Respond (MTTR) by automating the initial stages of threat mitigation and containment.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3271838" y="1394817"/>
            <a:ext cx="2600325" cy="2800350"/>
          </a:xfrm>
          <a:prstGeom prst="rect">
            <a:avLst/>
          </a:prstGeom>
          <a:solidFill>
            <a:srgbClr val="00B3FF">
              <a:alpha val="5000"/>
            </a:srgbClr>
          </a:solidFill>
          <a:ln w="9144">
            <a:solidFill>
              <a:srgbClr val="00B3FF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304234" y="1466255"/>
            <a:ext cx="425053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FF9F">
                    <a:alpha val="2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02</a:t>
            </a:r>
            <a:endParaRPr lang="en-US" sz="26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6150" y="1716286"/>
            <a:ext cx="385763" cy="385763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486150" y="2325291"/>
            <a:ext cx="21717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3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High Accuracy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3486150" y="2711053"/>
            <a:ext cx="2171700" cy="82287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models minimize false positives, allowing security teams to focus on genuine, high-priority threats.</a:t>
            </a:r>
            <a:endParaRPr lang="en-US" sz="950" dirty="0"/>
          </a:p>
        </p:txBody>
      </p:sp>
      <p:sp>
        <p:nvSpPr>
          <p:cNvPr id="14" name="Shape 9"/>
          <p:cNvSpPr/>
          <p:nvPr/>
        </p:nvSpPr>
        <p:spPr>
          <a:xfrm>
            <a:off x="6086475" y="1394817"/>
            <a:ext cx="2600325" cy="2800350"/>
          </a:xfrm>
          <a:prstGeom prst="rect">
            <a:avLst/>
          </a:prstGeom>
          <a:solidFill>
            <a:srgbClr val="00B3FF">
              <a:alpha val="5000"/>
            </a:srgbClr>
          </a:solidFill>
          <a:ln w="9144">
            <a:solidFill>
              <a:srgbClr val="00B3FF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8113514" y="1466255"/>
            <a:ext cx="430411" cy="4375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2600" dirty="0">
                <a:solidFill>
                  <a:srgbClr val="00FF9F">
                    <a:alpha val="20000"/>
                  </a:srgbClr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03</a:t>
            </a:r>
            <a:endParaRPr lang="en-US" sz="26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788" y="1716286"/>
            <a:ext cx="482203" cy="385763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300788" y="2325291"/>
            <a:ext cx="2171700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0B3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Reduced Effort</a:t>
            </a:r>
            <a:endParaRPr lang="en-US" sz="1400" dirty="0"/>
          </a:p>
        </p:txBody>
      </p:sp>
      <p:sp>
        <p:nvSpPr>
          <p:cNvPr id="18" name="Text 12"/>
          <p:cNvSpPr/>
          <p:nvPr/>
        </p:nvSpPr>
        <p:spPr>
          <a:xfrm>
            <a:off x="6300788" y="2711053"/>
            <a:ext cx="2171700" cy="10285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Automating routine surveillance and data analysis tasks significantly lowers the manual workload for human security analysts.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985838" y="756345"/>
            <a:ext cx="7172325" cy="3630811"/>
          </a:xfrm>
          <a:prstGeom prst="rect">
            <a:avLst/>
          </a:prstGeom>
          <a:solidFill>
            <a:srgbClr val="0D0D0D">
              <a:alpha val="90000"/>
            </a:srgbClr>
          </a:solidFill>
          <a:ln w="18288">
            <a:solidFill>
              <a:srgbClr val="00B3FF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357313" y="1127820"/>
            <a:ext cx="6429375" cy="5089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2850" b="1" dirty="0">
                <a:solidFill>
                  <a:srgbClr val="00FF9F"/>
                </a:solidFill>
                <a:latin typeface="Space Grotesk Bold" pitchFamily="34" charset="0"/>
                <a:ea typeface="Space Grotesk Bold" pitchFamily="34" charset="-122"/>
                <a:cs typeface="Space Grotesk Bold" pitchFamily="34" charset="-120"/>
              </a:rPr>
              <a:t>THE FUTURE OF SECURITY</a:t>
            </a:r>
            <a:endParaRPr lang="en-US" sz="28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7313" y="2208312"/>
            <a:ext cx="171450" cy="17145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671638" y="2172593"/>
            <a:ext cx="61150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is no longer optional; it is an essential pillar of modern cybersecurity infrastructure.</a:t>
            </a:r>
            <a:endParaRPr lang="en-US" sz="125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7313" y="2801243"/>
            <a:ext cx="171450" cy="17145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671638" y="2765524"/>
            <a:ext cx="61150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Proactive protection against increasingly advanced and automated global threats.</a:t>
            </a:r>
            <a:endParaRPr lang="en-US" sz="125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7313" y="3394174"/>
            <a:ext cx="171450" cy="17145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671638" y="3358455"/>
            <a:ext cx="6115050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E0E0E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future of organizational defense depends heavily on seamless AI integration.</a:t>
            </a:r>
            <a:endParaRPr lang="en-US" sz="1250" dirty="0"/>
          </a:p>
        </p:txBody>
      </p:sp>
      <p:sp>
        <p:nvSpPr>
          <p:cNvPr id="11" name="Text 5"/>
          <p:cNvSpPr/>
          <p:nvPr/>
        </p:nvSpPr>
        <p:spPr>
          <a:xfrm>
            <a:off x="1357313" y="4129980"/>
            <a:ext cx="6429375" cy="2428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buNone/>
            </a:pPr>
            <a:r>
              <a:rPr lang="en-US" sz="1400" b="1" spc="2" kern="0" dirty="0">
                <a:solidFill>
                  <a:srgbClr val="00FF9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SECURE THE FUTURE WITH 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2026-04-25T20:58:19Z</dcterms:created>
  <dcterms:modified xsi:type="dcterms:W3CDTF">2026-04-25T20:58:19Z</dcterms:modified>
</cp:coreProperties>
</file>